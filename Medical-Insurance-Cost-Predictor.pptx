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17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Insurance Cost Predictor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individual medical insurance charges using regression models built from demographic, behavioral, and health features. A practical walkthrough for data science students and practitioners interested in applied regression for healthcare insurance.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7764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matters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833588"/>
            <a:ext cx="629686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costs vary widely—predictive models help individuals and insurers estimate expected charges.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Clarifies which factors (age, BMI, smoking, children, region, gender) drive cost differences.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budgeting, underwriting decisions, and targeted wellness interventions.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583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63634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fields: age, sex, BMI, number of children, smoker status, region, and recorded insurance charges. Typical size: several hundred to a few thousand rows — enough to train baseline regression models while illustrating preprocessing steps.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53805"/>
            <a:ext cx="1004962" cy="6211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2670" y="34538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902670" y="3862487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 — strong positive correlation with charges in many cohorts.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3453805"/>
            <a:ext cx="1004962" cy="6211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04330" y="34538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BMI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604330" y="3862487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— higher BMI often linked to increased costs due to comorbidities.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3453805"/>
            <a:ext cx="1004962" cy="6211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5990" y="34538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Smoking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305990" y="3862487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Categorical (yes/no) — one of the strongest single predictors of higher charges.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0594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&amp; Feature Engineering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734370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Cleaning: handle missing values, correct inconsistent entries, remove duplicates.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Encoding: convert categorical variables (sex, smoker, region) using one-hot or target encoding.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Scaling: standardize numeric features (age, BMI) for algorithms sensitive to scale.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creation: interactions (age×smoker), BMI categories, comorbidity flags, or polynomial terms if nonlinear effects present.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98935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Modeling Approach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46042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several regression techniques to find the best balance of accuracy, interpretability, and robustness: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235325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Linear Regression: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Baseline, interpretable coefficients, good when relationships are mostly linear.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Tree Regression: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Captures nonlinearities and interactions, but prone to overfitting.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Random Forest Regression: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Ensemble reduces variance, typically improves predictive performance.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2016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Strategy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57611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robust evaluation to compare models and estimate real-world performance: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393579"/>
            <a:ext cx="629686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Train/Test split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(e.g., 80/20) and cross-validation for stable estimates.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Metrics: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MAE (median-friendly), RMSE (penalizes large errors), R² (variance explained).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residuals for heteroscedasticity, nonlinearity, and subgroup bias (smokers vs non-smokers, regions).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454" y="519807"/>
            <a:ext cx="6356786" cy="570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88615" y="1651326"/>
            <a:ext cx="236934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679329" y="4793264"/>
            <a:ext cx="229479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Models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16163" y="2291058"/>
            <a:ext cx="229479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56682" y="628153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Pipeline: clean → train &amp; tune → evaluate &amp; interpret.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4218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Interpreting Results &amp; Key Insights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498130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 findings: smoker status and higher BMI often produce the largest positive effect on charges.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 shows a steady upward trend; interactions (age × BMI, smoker × age) can improve fit.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differences reflect utilization and pricing variation — include region-specific adjustments when necessary.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and explain outliers — rare high-cost cases may be driven by chronic conditions not captured in features.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5046"/>
            <a:ext cx="4637269" cy="262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250851"/>
            <a:ext cx="57702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&amp; Use Cases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66251" y="1912342"/>
            <a:ext cx="6379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the model into a usable tool: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766251" y="2384822"/>
            <a:ext cx="5770220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form or API: input age, BMI, smoking, children, region → return estimated charge and confidence interval.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support for insurers: risk segmentation and pricing guidance.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finance: help individuals forecast expected healthcare expenses and inform lifestyle interventions.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766251" y="4544120"/>
            <a:ext cx="5770220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58" y="4830862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0499" y="4761409"/>
            <a:ext cx="496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fairness checks and privacy safeguards before production deployment.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3350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 &amp; Practical Tips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089448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feature importance and SHAP analyses to explain individual predictions and build trust.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additional models (Gradient Boosting, XGBoost) and calibrate prediction intervals.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on external or holdout datasets to check generalization across different populations.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data provenance, preprocessing, and fairness audits to meet healthcare compliance and ethical standards.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491966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Ready to build the predictor?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Start with data cleaning, baseline linear regression, then iterate with tree ensembles and explainability tools.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638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Arial</vt:lpstr>
      <vt:lpstr>Roboto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toram charan</cp:lastModifiedBy>
  <cp:revision>1</cp:revision>
  <dcterms:created xsi:type="dcterms:W3CDTF">2026-09-29T04:50:05Z</dcterms:created>
  <dcterms:modified xsi:type="dcterms:W3CDTF">2026-09-29T04:55:49Z</dcterms:modified>
</cp:coreProperties>
</file>